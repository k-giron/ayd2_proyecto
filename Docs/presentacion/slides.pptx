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Master1" Type="http://schemas.openxmlformats.org/officeDocument/2006/relationships/slideMaster" Target="slideMasters/slideMaster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Theme1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Master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p:inheritClrMap/>
  </p:clrMapOvr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1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1.png"/>
</Relationships>

</file>

<file path=ppt/slides/_rels/slide2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2.png"/>
</Relationships>

</file>

<file path=ppt/slides/_rels/slide3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3.png"/>
</Relationships>

</file>

<file path=ppt/slides/_rels/slide4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4.png"/>
</Relationships>

</file>

<file path=ppt/slides/_rels/slide5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5.png"/>
</Relationships>

</file>

<file path=ppt/slides/_rels/slide6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6.png"/>
</Relationships>

</file>

<file path=ppt/slides/_rels/slide7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7.png"/>
</Relationships>

</file>

<file path=ppt/slides/_rels/slide8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8.png"/>
</Relationships>

</file>

<file path=ppt/slides/_rels/slide9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9.png"/>
</Relationships>

</file>

<file path=ppt/slides/_rels/slide10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10.png"/>
</Relationships>

</file>

<file path=ppt/slides/_rels/slide11.xml.rels><?xml version="1.0" encoding="UTF-8" standalone="yes"?>
<Relationships xmlns="http://schemas.openxmlformats.org/package/2006/relationships">
  <Relationship Id="rIdImg1" Type="http://schemas.openxmlformats.org/officeDocument/2006/relationships/image" Target="../media/slide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2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3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4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5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6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7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8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9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10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apositiva 1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p:overrideClrMap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GO-Logic">
  <a:themeElements>
    <a:clrScheme name="SGO-Logic">
      <a:dk1>
        <a:srgbClr val="1B2327"/>
      </a:dk1>
      <a:lt1>
        <a:srgbClr val="F1F4F6"/>
      </a:lt1>
      <a:dk2>
        <a:srgbClr val="184652"/>
      </a:dk2>
      <a:lt2>
        <a:srgbClr val="DCEBEE"/>
      </a:lt2>
      <a:accent1>
        <a:srgbClr val="2B6777"/>
      </a:accent1>
      <a:accent2>
        <a:srgbClr val="B84A3E"/>
      </a:accent2>
      <a:accent3>
        <a:srgbClr val="C98A2C"/>
      </a:accent3>
      <a:accent4>
        <a:srgbClr val="3E8563"/>
      </a:accent4>
      <a:accent5>
        <a:srgbClr val="7A5AA6"/>
      </a:accent5>
      <a:accent6>
        <a:srgbClr val="3B6FA0"/>
      </a:accent6>
      <a:hlink>
        <a:srgbClr val="2B6777"/>
      </a:hlink>
      <a:folHlink>
        <a:srgbClr val="184652"/>
      </a:folHlink>
    </a:clrScheme>
    <a:fontScheme name="SGO-Logic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SGO-Log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SGO-Logic Slide Export</Application>
  <Slides>11</Slides>
  <Company>Grupo 5 - AYD2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SGO-Logic - Defensa Arquitectonica</dc:title>
  <dc:creator>Grupo 5 - AYD2</dc:creator>
  <cp:lastModifiedBy>Kevin de la Cruz</cp:lastModifiedBy>
  <dcterms:created xsi:type="dcterms:W3CDTF">2026-08-26T00:00:00Z</dcterms:created>
  <dcterms:modified xsi:type="dcterms:W3CDTF">2026-08-26T00:00:00Z</dcterms:modified>
</cp:coreProperties>
</file>